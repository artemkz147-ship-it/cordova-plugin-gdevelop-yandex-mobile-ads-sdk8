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omy7J9yGWkiMIkhXcXJUUktPu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hyperlink" Target="https://github.com/artemkz147-ship-it/cordova-plugin-gdevelop-yandex-mobile-ads-sdk8.git" TargetMode="External"/><Relationship Id="rId5" Type="http://schemas.openxmlformats.org/officeDocument/2006/relationships/image" Target="../media/image12.png"/><Relationship Id="rId6" Type="http://schemas.openxmlformats.org/officeDocument/2006/relationships/hyperlink" Target="https://www.tbank.ru/cf/9j4Q3eAPTeb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4.xml"/><Relationship Id="rId4" Type="http://schemas.openxmlformats.org/officeDocument/2006/relationships/slide" Target="/ppt/slides/slide3.xml"/><Relationship Id="rId5" Type="http://schemas.openxmlformats.org/officeDocument/2006/relationships/slide" Target="/ppt/slides/slide7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2.xml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2.xml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2.xml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2.xml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2.xml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hyperlink" Target="https://github.com/artemkz147-ship-it/cordova-plugin-gdevelop-yandex-mobile-ads-sdk8.git" TargetMode="External"/><Relationship Id="rId5" Type="http://schemas.openxmlformats.org/officeDocument/2006/relationships/image" Target="../media/image12.png"/><Relationship Id="rId6" Type="http://schemas.openxmlformats.org/officeDocument/2006/relationships/hyperlink" Target="https://www.tbank.ru/cf/9j4Q3eAPTe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Реклама Яндекс Mobile Ads в GDevelop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Простая пошаговая инструкция: установка расширения, создание рекламных блоков и настройка событий.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411480" y="914400"/>
            <a:ext cx="11365992" cy="5303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11887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Что внутри: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• как установить расширение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• как создать рекламные блоки в Яндекс РСЯ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• как настроить баннер, межстраничную, rewarded и App Open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2675911"/>
            <a:ext cx="493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Если инструкция или расширение были полезны, можно поддержать проект небольшим донатом.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5669280" y="1234440"/>
            <a:ext cx="256032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806440" y="135331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Скачать расширение</a:t>
            </a:r>
            <a:endParaRPr/>
          </a:p>
        </p:txBody>
      </p:sp>
      <p:pic>
        <p:nvPicPr>
          <p:cNvPr descr="qr_github_latest.png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1888" y="1755648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7269480" y="1828800"/>
            <a:ext cx="8686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репозиторий</a:t>
            </a:r>
            <a:endParaRPr/>
          </a:p>
        </p:txBody>
      </p:sp>
      <p:sp>
        <p:nvSpPr>
          <p:cNvPr id="92" name="Google Shape;92;p1">
            <a:hlinkClick r:id="rId4"/>
          </p:cNvPr>
          <p:cNvSpPr/>
          <p:nvPr/>
        </p:nvSpPr>
        <p:spPr>
          <a:xfrm>
            <a:off x="5806440" y="2909387"/>
            <a:ext cx="2240400" cy="320100"/>
          </a:xfrm>
          <a:prstGeom prst="roundRect">
            <a:avLst>
              <a:gd fmla="val 16667" name="adj"/>
            </a:avLst>
          </a:prstGeom>
          <a:solidFill>
            <a:srgbClr val="356FD6"/>
          </a:solidFill>
          <a:ln cap="flat" cmpd="sng" w="12700">
            <a:solidFill>
              <a:srgbClr val="356F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Открыть ссылку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8549640" y="1234440"/>
            <a:ext cx="256032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686800" y="135331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Поддержать донатом</a:t>
            </a:r>
            <a:endParaRPr/>
          </a:p>
        </p:txBody>
      </p:sp>
      <p:pic>
        <p:nvPicPr>
          <p:cNvPr descr="qr_donate_latest.png"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42248" y="1755648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10149840" y="1828800"/>
            <a:ext cx="822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T‑Bank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донат</a:t>
            </a:r>
            <a:endParaRPr/>
          </a:p>
        </p:txBody>
      </p:sp>
      <p:sp>
        <p:nvSpPr>
          <p:cNvPr id="97" name="Google Shape;97;p1">
            <a:hlinkClick r:id="rId6"/>
          </p:cNvPr>
          <p:cNvSpPr/>
          <p:nvPr/>
        </p:nvSpPr>
        <p:spPr>
          <a:xfrm>
            <a:off x="8695405" y="2900782"/>
            <a:ext cx="2240400" cy="320100"/>
          </a:xfrm>
          <a:prstGeom prst="roundRect">
            <a:avLst>
              <a:gd fmla="val 16667" name="adj"/>
            </a:avLst>
          </a:prstGeom>
          <a:solidFill>
            <a:srgbClr val="19A050"/>
          </a:solidFill>
          <a:ln cap="flat" cmpd="sng" w="12700">
            <a:solidFill>
              <a:srgbClr val="19A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Открыть ссылку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5669280" y="3703320"/>
            <a:ext cx="5440680" cy="1691640"/>
          </a:xfrm>
          <a:prstGeom prst="roundRect">
            <a:avLst>
              <a:gd fmla="val 16667" name="adj"/>
            </a:avLst>
          </a:prstGeom>
          <a:solidFill>
            <a:srgbClr val="FFFAE6"/>
          </a:solidFill>
          <a:ln cap="flat" cmpd="sng" w="12700">
            <a:solidFill>
              <a:srgbClr val="FFD5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897880" y="3886200"/>
            <a:ext cx="4983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Важно: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• если какой‑то формат рекламы не используешь — просто оставь его ID пустым при инициализации;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• в примерах ниже кнопки «баннер» и «межстраничка» нужны только для проверки, в реальной игре ставь свои игровые условия.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Быстрый переход по разделам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Нажми на нужную кнопку — презентация перейдёт к соответствующему разделу.</a:t>
            </a:r>
            <a:endParaRPr/>
          </a:p>
        </p:txBody>
      </p:sp>
      <p:sp>
        <p:nvSpPr>
          <p:cNvPr id="107" name="Google Shape;107;p2">
            <a:hlinkClick action="ppaction://hlinksldjump" r:id="rId3"/>
          </p:cNvPr>
          <p:cNvSpPr/>
          <p:nvPr/>
        </p:nvSpPr>
        <p:spPr>
          <a:xfrm>
            <a:off x="822960" y="1325880"/>
            <a:ext cx="521208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1. Создание рекламных блоков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097280" y="153619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56FD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09" name="Google Shape;109;p2">
            <a:hlinkClick action="ppaction://hlinksldjump" r:id="rId4"/>
          </p:cNvPr>
          <p:cNvSpPr/>
          <p:nvPr/>
        </p:nvSpPr>
        <p:spPr>
          <a:xfrm>
            <a:off x="822960" y="2697480"/>
            <a:ext cx="521208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2. Установка расширения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097280" y="290779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56FD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11" name="Google Shape;111;p2">
            <a:hlinkClick action="ppaction://hlinksldjump" r:id="rId5"/>
          </p:cNvPr>
          <p:cNvSpPr/>
          <p:nvPr/>
        </p:nvSpPr>
        <p:spPr>
          <a:xfrm>
            <a:off x="822960" y="4069080"/>
            <a:ext cx="521208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3. Настройка рекламы в GDevelop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097280" y="427939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56FD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6492240" y="1234440"/>
            <a:ext cx="480060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6812280" y="1554480"/>
            <a:ext cx="41605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Что будет показано: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1E21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1) Как импортировать расширение через раздел «Расширения».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1E21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2) Как создать приложение и блоки в Яндекс РСЯ.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1E21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3) Как инициализировать рекламу и настроить события: баннер, межстраничная, rewarded, App Open.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Раздел 1. Установка расширения в GDevelop</a:t>
            </a:r>
            <a:endParaRPr/>
          </a:p>
        </p:txBody>
      </p:sp>
      <p:sp>
        <p:nvSpPr>
          <p:cNvPr id="122" name="Google Shape;122;p3">
            <a:hlinkClick action="ppaction://hlinksldjump" r:id="rId3"/>
          </p:cNvPr>
          <p:cNvSpPr/>
          <p:nvPr/>
        </p:nvSpPr>
        <p:spPr>
          <a:xfrm>
            <a:off x="10149840" y="320040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 меню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11480" y="1051560"/>
            <a:ext cx="3749039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48640" y="1161288"/>
            <a:ext cx="347472" cy="347472"/>
          </a:xfrm>
          <a:prstGeom prst="ellipse">
            <a:avLst/>
          </a:prstGeom>
          <a:solidFill>
            <a:srgbClr val="FFD52D"/>
          </a:solidFill>
          <a:ln cap="flat" cmpd="sng" w="9525">
            <a:solidFill>
              <a:srgbClr val="FFD5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914400" y="1161288"/>
            <a:ext cx="30632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Шаг 1. Открой раздел «Расширения» и нажми на плюсик</a:t>
            </a:r>
            <a:endParaRPr/>
          </a:p>
        </p:txBody>
      </p:sp>
      <p:pic>
        <p:nvPicPr>
          <p:cNvPr descr="85548e24-7f50-5fda-abf8-4be5e48a7fdf.png" id="126" name="Google Shape;1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998" y="1709928"/>
            <a:ext cx="2680001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4224528" y="1051560"/>
            <a:ext cx="3749039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361688" y="1161288"/>
            <a:ext cx="347472" cy="347472"/>
          </a:xfrm>
          <a:prstGeom prst="ellipse">
            <a:avLst/>
          </a:prstGeom>
          <a:solidFill>
            <a:srgbClr val="FFD52D"/>
          </a:solidFill>
          <a:ln cap="flat" cmpd="sng" w="9525">
            <a:solidFill>
              <a:srgbClr val="FFD5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4727448" y="1161288"/>
            <a:ext cx="30632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Шаг 2. Нажми «Импортировать расширение»</a:t>
            </a:r>
            <a:endParaRPr/>
          </a:p>
        </p:txBody>
      </p:sp>
      <p:pic>
        <p:nvPicPr>
          <p:cNvPr descr="9e625eb0-e8e6-5351-94ec-10e399a11754.png" id="130" name="Google Shape;13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1687" y="1709928"/>
            <a:ext cx="3474719" cy="64600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8037575" y="1051560"/>
            <a:ext cx="3749039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8174735" y="1161288"/>
            <a:ext cx="347472" cy="347472"/>
          </a:xfrm>
          <a:prstGeom prst="ellipse">
            <a:avLst/>
          </a:prstGeom>
          <a:solidFill>
            <a:srgbClr val="FFD52D"/>
          </a:solidFill>
          <a:ln cap="flat" cmpd="sng" w="9525">
            <a:solidFill>
              <a:srgbClr val="FFD5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8540495" y="1161288"/>
            <a:ext cx="30632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Шаг 3. Выбери скачанный JSON‑файл расширения</a:t>
            </a:r>
            <a:endParaRPr/>
          </a:p>
        </p:txBody>
      </p:sp>
      <p:pic>
        <p:nvPicPr>
          <p:cNvPr descr="97fd05db-2a77-561c-866c-231fa842c369.png" id="134" name="Google Shape;13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4734" y="1709928"/>
            <a:ext cx="3474719" cy="338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Раздел 2. Как создать рекламные блоки в Яндекс РСЯ</a:t>
            </a:r>
            <a:endParaRPr/>
          </a:p>
        </p:txBody>
      </p:sp>
      <p:sp>
        <p:nvSpPr>
          <p:cNvPr id="142" name="Google Shape;142;p4">
            <a:hlinkClick action="ppaction://hlinksldjump" r:id="rId3"/>
          </p:cNvPr>
          <p:cNvSpPr/>
          <p:nvPr/>
        </p:nvSpPr>
        <p:spPr>
          <a:xfrm>
            <a:off x="10149840" y="320040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 меню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11480" y="914400"/>
            <a:ext cx="5623560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640080" y="1097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Шаги 1–4: зайди в Яндекс РСЯ, открой «Приложения», создай новое приложение.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640080" y="1645920"/>
            <a:ext cx="5074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Сначала создай аккаунт Яндекс РСЯ и зайди в кабинет.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Слева нажми «Приложения».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Нажми «Добавить приложение».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Выбери Android, укажи название приложения и нажми «Сохранить».</a:t>
            </a:r>
            <a:endParaRPr/>
          </a:p>
        </p:txBody>
      </p:sp>
      <p:pic>
        <p:nvPicPr>
          <p:cNvPr descr="c3715bb1-f366-5783-8159-0e219615132d.png" id="146" name="Google Shape;1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2834640"/>
            <a:ext cx="246888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93cf2d0-5cd4-5979-8f7f-33fc17b9acdb.png" id="147" name="Google Shape;1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8688" y="2834640"/>
            <a:ext cx="2514600" cy="960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b7a0983-3d86-5737-9b43-e17b99bc156b.png" id="148" name="Google Shape;14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8800" y="3886200"/>
            <a:ext cx="361188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6236208" y="914400"/>
            <a:ext cx="5541264" cy="5394960"/>
          </a:xfrm>
          <a:prstGeom prst="roundRect">
            <a:avLst>
              <a:gd fmla="val 16667" name="adj"/>
            </a:avLst>
          </a:prstGeom>
          <a:solidFill>
            <a:srgbClr val="FFFAE6"/>
          </a:solidFill>
          <a:ln cap="flat" cmpd="sng" w="12700">
            <a:solidFill>
              <a:srgbClr val="FFD5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6492240" y="11430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Что нужно получить в итоге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6492240" y="1691640"/>
            <a:ext cx="4892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Создано приложение в кабинете Яндекса.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Открылся экран настройки рекламного блока.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Дальше по очереди создаём нужные форматы рекламы.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6492240" y="3886200"/>
            <a:ext cx="48920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Можно создавать только те блоки, которые реально нужны игре.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rgbClr val="1E21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Если, например, тебе нужен только баннер и rewarded — создаёшь только эти два блока.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Создание блоков: выбери формат и сохрани</a:t>
            </a:r>
            <a:endParaRPr/>
          </a:p>
        </p:txBody>
      </p:sp>
      <p:sp>
        <p:nvSpPr>
          <p:cNvPr id="160" name="Google Shape;160;p5">
            <a:hlinkClick action="ppaction://hlinksldjump" r:id="rId3"/>
          </p:cNvPr>
          <p:cNvSpPr/>
          <p:nvPr/>
        </p:nvSpPr>
        <p:spPr>
          <a:xfrm>
            <a:off x="10149840" y="320040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 меню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11480" y="960120"/>
            <a:ext cx="7498079" cy="5303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640080" y="109728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Шаги 5–7: выбирай формат, потом внизу нажимай «Создать блок», затем «Сохранить».</a:t>
            </a:r>
            <a:endParaRPr/>
          </a:p>
        </p:txBody>
      </p:sp>
      <p:pic>
        <p:nvPicPr>
          <p:cNvPr descr="8c138d53-bb02-5391-a1b0-51783d45ff8f.png" id="163" name="Google Shape;1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1645920"/>
            <a:ext cx="699516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8092440" y="960120"/>
            <a:ext cx="3657600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8321040" y="11430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Форматы, которые поддерживает расширение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8321040" y="16002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Баннер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Межстраничная реклама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Реклама с вознаграждением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Реклама при открытии приложения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8092440" y="3611880"/>
            <a:ext cx="3657600" cy="2651760"/>
          </a:xfrm>
          <a:prstGeom prst="roundRect">
            <a:avLst>
              <a:gd fmla="val 16667" name="adj"/>
            </a:avLst>
          </a:prstGeom>
          <a:solidFill>
            <a:srgbClr val="F5F9FF"/>
          </a:solidFill>
          <a:ln cap="flat" cmpd="sng" w="12700">
            <a:solidFill>
              <a:srgbClr val="356F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7a61d18-15f9-5cb9-ae86-889e6e191234.png" id="168" name="Google Shape;1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7888" y="3749039"/>
            <a:ext cx="329184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4b79ac2-5ba6-56ad-a324-562b75cc50ad.png" id="169" name="Google Shape;1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47888" y="4983480"/>
            <a:ext cx="301752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 txBox="1"/>
          <p:nvPr/>
        </p:nvSpPr>
        <p:spPr>
          <a:xfrm>
            <a:off x="8321040" y="4617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После выбора блока нажми: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Какие ID указывать в расширении</a:t>
            </a:r>
            <a:endParaRPr/>
          </a:p>
        </p:txBody>
      </p:sp>
      <p:sp>
        <p:nvSpPr>
          <p:cNvPr id="178" name="Google Shape;178;p6">
            <a:hlinkClick action="ppaction://hlinksldjump" r:id="rId3"/>
          </p:cNvPr>
          <p:cNvSpPr/>
          <p:nvPr/>
        </p:nvSpPr>
        <p:spPr>
          <a:xfrm>
            <a:off x="10149840" y="320040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 меню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502920" y="1051560"/>
            <a:ext cx="1106424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77240" y="13258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После создания блоков у каждого формата будет свой ID вида R-M-0000000-1.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68680" y="2011680"/>
            <a:ext cx="1965960" cy="566928"/>
          </a:xfrm>
          <a:prstGeom prst="roundRect">
            <a:avLst>
              <a:gd fmla="val 16667" name="adj"/>
            </a:avLst>
          </a:prstGeom>
          <a:solidFill>
            <a:srgbClr val="FCFCFD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1051560" y="213969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Баннер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2926080" y="2011680"/>
            <a:ext cx="2103120" cy="566928"/>
          </a:xfrm>
          <a:prstGeom prst="roundRect">
            <a:avLst>
              <a:gd fmla="val 16667" name="adj"/>
            </a:avLst>
          </a:prstGeom>
          <a:solidFill>
            <a:srgbClr val="F5F9FF"/>
          </a:solidFill>
          <a:ln cap="flat" cmpd="sng" w="12700">
            <a:solidFill>
              <a:srgbClr val="356F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3090672" y="2139696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56FD6"/>
                </a:solidFill>
                <a:latin typeface="Calibri"/>
                <a:ea typeface="Calibri"/>
                <a:cs typeface="Calibri"/>
                <a:sym typeface="Calibri"/>
              </a:rPr>
              <a:t>R-M-0000000-1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5212080" y="2103120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Нужно, если хочешь постоянный рекламный блок внизу или вверху экрана.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868680" y="2816352"/>
            <a:ext cx="1965960" cy="566928"/>
          </a:xfrm>
          <a:prstGeom prst="roundRect">
            <a:avLst>
              <a:gd fmla="val 16667" name="adj"/>
            </a:avLst>
          </a:prstGeom>
          <a:solidFill>
            <a:srgbClr val="FCFCFD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1051560" y="294436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Межстраничная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2926080" y="2816352"/>
            <a:ext cx="2103120" cy="566928"/>
          </a:xfrm>
          <a:prstGeom prst="roundRect">
            <a:avLst>
              <a:gd fmla="val 16667" name="adj"/>
            </a:avLst>
          </a:prstGeom>
          <a:solidFill>
            <a:srgbClr val="F5F9FF"/>
          </a:solidFill>
          <a:ln cap="flat" cmpd="sng" w="12700">
            <a:solidFill>
              <a:srgbClr val="356F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3090672" y="294436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56FD6"/>
                </a:solidFill>
                <a:latin typeface="Calibri"/>
                <a:ea typeface="Calibri"/>
                <a:cs typeface="Calibri"/>
                <a:sym typeface="Calibri"/>
              </a:rPr>
              <a:t>R-M-0000000-2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5212080" y="2907792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Нужно, если хочешь полноэкранную рекламу между уровнями / экранами.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68680" y="3621024"/>
            <a:ext cx="1965960" cy="566928"/>
          </a:xfrm>
          <a:prstGeom prst="roundRect">
            <a:avLst>
              <a:gd fmla="val 16667" name="adj"/>
            </a:avLst>
          </a:prstGeom>
          <a:solidFill>
            <a:srgbClr val="FCFCFD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1051560" y="3749039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 наградой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2926080" y="3621024"/>
            <a:ext cx="2103120" cy="566928"/>
          </a:xfrm>
          <a:prstGeom prst="roundRect">
            <a:avLst>
              <a:gd fmla="val 16667" name="adj"/>
            </a:avLst>
          </a:prstGeom>
          <a:solidFill>
            <a:srgbClr val="F5F9FF"/>
          </a:solidFill>
          <a:ln cap="flat" cmpd="sng" w="12700">
            <a:solidFill>
              <a:srgbClr val="356F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3090672" y="374903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56FD6"/>
                </a:solidFill>
                <a:latin typeface="Calibri"/>
                <a:ea typeface="Calibri"/>
                <a:cs typeface="Calibri"/>
                <a:sym typeface="Calibri"/>
              </a:rPr>
              <a:t>R-M-0000000-3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5212080" y="3712463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Нужно, если игрок получает награду за просмотр.</a:t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868680" y="4425696"/>
            <a:ext cx="1965960" cy="566928"/>
          </a:xfrm>
          <a:prstGeom prst="roundRect">
            <a:avLst>
              <a:gd fmla="val 16667" name="adj"/>
            </a:avLst>
          </a:prstGeom>
          <a:solidFill>
            <a:srgbClr val="FCFCFD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1051560" y="455371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При открытии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926080" y="4425696"/>
            <a:ext cx="2103120" cy="566928"/>
          </a:xfrm>
          <a:prstGeom prst="roundRect">
            <a:avLst>
              <a:gd fmla="val 16667" name="adj"/>
            </a:avLst>
          </a:prstGeom>
          <a:solidFill>
            <a:srgbClr val="F5F9FF"/>
          </a:solidFill>
          <a:ln cap="flat" cmpd="sng" w="12700">
            <a:solidFill>
              <a:srgbClr val="356F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3090672" y="455371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56FD6"/>
                </a:solidFill>
                <a:latin typeface="Calibri"/>
                <a:ea typeface="Calibri"/>
                <a:cs typeface="Calibri"/>
                <a:sym typeface="Calibri"/>
              </a:rPr>
              <a:t>R-M-0000000-4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5212080" y="4517136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Нужно, если хочешь показывать рекламу при запуске приложения.</a:t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868680" y="5440680"/>
            <a:ext cx="10058400" cy="502920"/>
          </a:xfrm>
          <a:prstGeom prst="roundRect">
            <a:avLst>
              <a:gd fmla="val 16667" name="adj"/>
            </a:avLst>
          </a:prstGeom>
          <a:solidFill>
            <a:srgbClr val="FFFAE6"/>
          </a:solidFill>
          <a:ln cap="flat" cmpd="sng" w="12700">
            <a:solidFill>
              <a:srgbClr val="FFD5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1051560" y="5577840"/>
            <a:ext cx="9784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Если какой‑то формат не используешь — оставь его поле пустым: ""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Раздел 3. Настройка рекламы в GDevelop — стартовое событие</a:t>
            </a:r>
            <a:endParaRPr/>
          </a:p>
        </p:txBody>
      </p:sp>
      <p:sp>
        <p:nvSpPr>
          <p:cNvPr id="210" name="Google Shape;210;p7">
            <a:hlinkClick action="ppaction://hlinksldjump" r:id="rId3"/>
          </p:cNvPr>
          <p:cNvSpPr/>
          <p:nvPr/>
        </p:nvSpPr>
        <p:spPr>
          <a:xfrm>
            <a:off x="10149840" y="320040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 меню</a:t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11475" y="819050"/>
            <a:ext cx="8132400" cy="567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86_ids_hidden.png" id="212" name="Google Shape;2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6" y="1353930"/>
            <a:ext cx="7888997" cy="231677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8776299" y="914400"/>
            <a:ext cx="30012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8951941" y="1097280"/>
            <a:ext cx="267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Что делает пример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8951941" y="1600199"/>
            <a:ext cx="26346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При запуске сцены инициализирует рекламу.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Сразу загружает и показывает баннер.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В примере затем идёт переход на следующую сцену — это только пример логики проекта.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209887" y="3957565"/>
            <a:ext cx="6699600" cy="1525500"/>
          </a:xfrm>
          <a:prstGeom prst="roundRect">
            <a:avLst>
              <a:gd fmla="val 16667" name="adj"/>
            </a:avLst>
          </a:prstGeom>
          <a:solidFill>
            <a:srgbClr val="F5F9FF"/>
          </a:solidFill>
          <a:ln cap="flat" cmpd="sng" w="12700">
            <a:solidFill>
              <a:srgbClr val="356F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587229" y="4195959"/>
            <a:ext cx="59451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Если формат не нужен: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• нет rewarded → поле «с наградой» оставить пустым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• нет App Open → поле «при запуске» оставить пустым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Пример рабочих событий: проверка рекламы кнопками</a:t>
            </a:r>
            <a:endParaRPr/>
          </a:p>
        </p:txBody>
      </p:sp>
      <p:sp>
        <p:nvSpPr>
          <p:cNvPr id="225" name="Google Shape;225;p8">
            <a:hlinkClick action="ppaction://hlinksldjump" r:id="rId3"/>
          </p:cNvPr>
          <p:cNvSpPr/>
          <p:nvPr/>
        </p:nvSpPr>
        <p:spPr>
          <a:xfrm>
            <a:off x="10149840" y="320040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 меню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411475" y="914400"/>
            <a:ext cx="82530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(87).png" id="227" name="Google Shape;2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964" y="1097280"/>
            <a:ext cx="8005855" cy="4983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/>
          <p:nvPr/>
        </p:nvSpPr>
        <p:spPr>
          <a:xfrm>
            <a:off x="8913974" y="914400"/>
            <a:ext cx="2863500" cy="544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9081559" y="1097280"/>
            <a:ext cx="255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Важно понять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9081559" y="1572767"/>
            <a:ext cx="24774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Кнопка «межстраничка» в примере показывает interstitial для проверки.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Кнопка «баннер» в примере обновляет баннер для проверки.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Кнопка «вознаграждение» запускает rewarded.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В реальной игре вместо кнопок ставь условия игры: конец уровня, кнопка x2 награды, пауза, запуск приложения и т.п.</a:t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9037841" y="4160517"/>
            <a:ext cx="2586600" cy="1234500"/>
          </a:xfrm>
          <a:prstGeom prst="roundRect">
            <a:avLst>
              <a:gd fmla="val 16667" name="adj"/>
            </a:avLst>
          </a:prstGeom>
          <a:solidFill>
            <a:srgbClr val="FFFAE6"/>
          </a:solidFill>
          <a:ln cap="flat" cmpd="sng" w="12700">
            <a:solidFill>
              <a:srgbClr val="FFD5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9190900" y="4160526"/>
            <a:ext cx="23316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Условие «Пользователь получил награду (сработает только один раз)» добавляет награду без повторного начисления после смены сцены.</a:t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Готовые варианты настройки</a:t>
            </a:r>
            <a:endParaRPr/>
          </a:p>
        </p:txBody>
      </p:sp>
      <p:sp>
        <p:nvSpPr>
          <p:cNvPr id="240" name="Google Shape;240;p9">
            <a:hlinkClick action="ppaction://hlinksldjump" r:id="rId3"/>
          </p:cNvPr>
          <p:cNvSpPr/>
          <p:nvPr/>
        </p:nvSpPr>
        <p:spPr>
          <a:xfrm>
            <a:off x="10149840" y="320040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 меню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502920" y="1188720"/>
            <a:ext cx="352044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667512" y="138988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Только баннер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685800" y="1874519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Баннер: R-M-0000000-1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Межстраничная: 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 наградой: 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При запуске: ""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685800" y="429768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8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Пустые поля означают: этот формат не используется и соответствующий рекламный блок в игре не вызывается.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389120" y="1188720"/>
            <a:ext cx="352044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4553712" y="138988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Баннер + межстраничная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4572000" y="1874519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Баннер: R-M-0000000-1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Межстраничная: R-M-0000000-2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 наградой: 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При запуске: ""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4572000" y="429768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8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Пустые поля означают: этот формат не используется и соответствующий рекламный блок в игре не вызывается.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8275320" y="1188720"/>
            <a:ext cx="352044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8439912" y="138988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Полный набор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8458200" y="1874519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Баннер: R-M-0000000-1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Межстраничная: R-M-0000000-2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 наградой: R-M-0000000-3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При запуске: R-M-0000000-4</a:t>
            </a:r>
            <a:endParaRPr/>
          </a:p>
        </p:txBody>
      </p:sp>
      <p:sp>
        <p:nvSpPr>
          <p:cNvPr id="252" name="Google Shape;252;p9"/>
          <p:cNvSpPr txBox="1"/>
          <p:nvPr/>
        </p:nvSpPr>
        <p:spPr>
          <a:xfrm>
            <a:off x="8458200" y="429768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8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Пустые поля означают: этот формат не используется и соответствующий рекламный блок в игре не вызывается.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Готово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Теперь у тебя есть вся последовательность: установка расширения → создание блоков → настройка событий.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502920" y="1005840"/>
            <a:ext cx="562356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777240" y="123444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Короткий чек‑лист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777240" y="178308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Импортируй расширение в GDevelop.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Создай приложение в Яндекс РСЯ.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Создай нужные рекламные блоки и получи их ID.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Пропиши ID в действии «Инициализировать рекламу».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Если формат не нужен — оставь его поле пустым.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Для теста можно использовать кнопки, как в примере; в игре — ставь реальные игровые условия.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777240" y="516636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Если инструкция или расширение были полезны, можно поддержать проект или перейти к репозиторию расширения.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492240" y="1417320"/>
            <a:ext cx="2240280" cy="4160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6629400" y="1600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Скачать расширение</a:t>
            </a:r>
            <a:endParaRPr/>
          </a:p>
        </p:txBody>
      </p:sp>
      <p:pic>
        <p:nvPicPr>
          <p:cNvPr descr="qr_github_latest.png" id="266" name="Google Shape;2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0568" y="2057400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>
            <a:hlinkClick r:id="rId4"/>
          </p:cNvPr>
          <p:cNvSpPr/>
          <p:nvPr/>
        </p:nvSpPr>
        <p:spPr>
          <a:xfrm>
            <a:off x="6720840" y="3977639"/>
            <a:ext cx="1783080" cy="384048"/>
          </a:xfrm>
          <a:prstGeom prst="roundRect">
            <a:avLst>
              <a:gd fmla="val 16667" name="adj"/>
            </a:avLst>
          </a:prstGeom>
          <a:solidFill>
            <a:srgbClr val="356FD6"/>
          </a:solidFill>
          <a:ln cap="flat" cmpd="sng" w="12700">
            <a:solidFill>
              <a:srgbClr val="356F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Открыть ссылку</a:t>
            </a:r>
            <a:endParaRPr/>
          </a:p>
        </p:txBody>
      </p:sp>
      <p:sp>
        <p:nvSpPr>
          <p:cNvPr id="268" name="Google Shape;268;p10"/>
          <p:cNvSpPr txBox="1"/>
          <p:nvPr/>
        </p:nvSpPr>
        <p:spPr>
          <a:xfrm>
            <a:off x="6675120" y="4526280"/>
            <a:ext cx="18745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https://github.com/artemkz147-ship-it/cordova-plugin-gdevelop-yandex-mobile-ads-sdk8.git</a:t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9006840" y="1417320"/>
            <a:ext cx="2240280" cy="4160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9144000" y="1600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128"/>
                </a:solidFill>
                <a:latin typeface="Calibri"/>
                <a:ea typeface="Calibri"/>
                <a:cs typeface="Calibri"/>
                <a:sym typeface="Calibri"/>
              </a:rPr>
              <a:t>Поддержать донатом</a:t>
            </a:r>
            <a:endParaRPr/>
          </a:p>
        </p:txBody>
      </p:sp>
      <p:pic>
        <p:nvPicPr>
          <p:cNvPr descr="qr_donate_latest.png" id="271" name="Google Shape;27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45167" y="2057400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>
            <a:hlinkClick r:id="rId6"/>
          </p:cNvPr>
          <p:cNvSpPr/>
          <p:nvPr/>
        </p:nvSpPr>
        <p:spPr>
          <a:xfrm>
            <a:off x="9235440" y="3977639"/>
            <a:ext cx="1783080" cy="384048"/>
          </a:xfrm>
          <a:prstGeom prst="roundRect">
            <a:avLst>
              <a:gd fmla="val 16667" name="adj"/>
            </a:avLst>
          </a:prstGeom>
          <a:solidFill>
            <a:srgbClr val="19A050"/>
          </a:solidFill>
          <a:ln cap="flat" cmpd="sng" w="12700">
            <a:solidFill>
              <a:srgbClr val="19A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Открыть ссылку</a:t>
            </a:r>
            <a:endParaRPr/>
          </a:p>
        </p:txBody>
      </p:sp>
      <p:sp>
        <p:nvSpPr>
          <p:cNvPr id="273" name="Google Shape;273;p10"/>
          <p:cNvSpPr txBox="1"/>
          <p:nvPr/>
        </p:nvSpPr>
        <p:spPr>
          <a:xfrm>
            <a:off x="9189719" y="4526280"/>
            <a:ext cx="18745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https://www.tbank.ru/cf/9j4Q3eAPTeb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457200" y="6537960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36E"/>
                </a:solidFill>
                <a:latin typeface="Calibri"/>
                <a:ea typeface="Calibri"/>
                <a:cs typeface="Calibri"/>
                <a:sym typeface="Calibri"/>
              </a:rPr>
              <a:t>Слайд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